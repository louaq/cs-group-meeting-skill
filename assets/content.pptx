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303" r:id="rId3"/>
    <p:sldId id="304" r:id="rId4"/>
    <p:sldId id="30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49"/>
    <a:srgbClr val="005826"/>
    <a:srgbClr val="70AD47"/>
    <a:srgbClr val="246ABE"/>
    <a:srgbClr val="F5F8F4"/>
    <a:srgbClr val="55C2CD"/>
    <a:srgbClr val="D9E9F8"/>
    <a:srgbClr val="1F77C0"/>
    <a:srgbClr val="002C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0" autoAdjust="0"/>
    <p:restoredTop sz="81134" autoAdjust="0"/>
  </p:normalViewPr>
  <p:slideViewPr>
    <p:cSldViewPr snapToGrid="0">
      <p:cViewPr varScale="1">
        <p:scale>
          <a:sx n="122" d="100"/>
          <a:sy n="122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E7626-7A58-4C71-BF67-23E153559FD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28769-D83C-41BD-90C4-F9D5FAABC8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67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2355A-ABB7-BE67-F070-075C2EE2A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B5CC74-3960-A3B3-8A25-7A9E119C2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F5ADD6C-FBB1-1475-D36C-CB26D5A77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F33616-9B78-362D-16A9-1C1BE744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027B10-338D-3855-96A3-708890CA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8959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096943-E707-4C69-A339-1AB80A07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C14B17-64AB-BE1E-101E-759F0E1B8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D5D8D5-080C-4AC8-C522-4598330AC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95654-5E1F-48AE-4E10-85C845B8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4E4105-3F82-0BE2-CF98-70339F784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8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3FA01F-3E7B-B1ED-B09B-A3CE8764C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B323BA4-E330-45BF-7B55-2F45BA158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694794-5628-9BCB-1A27-E9D67F20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48B8C3-3130-5099-BDBF-21B5D6E3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0F47EA-6652-7516-3FB0-B646211AE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9751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05963-A839-F6D1-9DC3-A9AD5775A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3BD077-2B39-5B47-6B7F-460D743425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B0C828-FD58-38D2-7489-5803E818BF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622D59-D382-6B20-FD45-145DCE4B0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6C954E-E033-5F8D-FEFC-1C516ADAC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21882F-4039-0557-ABEF-7623B5F25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0205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094A64-0DE1-A971-B18C-EF4C13CB6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CDE5C6-D12D-48E2-D90A-DED5D7BFF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EDBAFEA-FC4C-E692-44F1-2F77C9AD1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69531E-F360-BF39-7F9E-555C6E714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05E3E57-0F8C-4E29-997D-872E85E8D6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DCBD349-216B-9715-8F13-E03440E8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36D07C-289A-E8A4-C96F-646376FC2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77C6AF8-6DAC-5117-842F-914BE21E4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2884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09FC0-4CCA-672C-76D5-B347A6FF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6F8FDE7-6BE4-C4A7-302B-2FD50E8BA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D434DA-F9CB-B12B-19D8-E8ACD2F03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65BDBB-823C-033E-17BF-F8DA06077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4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83AAC0F-A700-FBF3-CDD3-C6926D6D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02A2CF-CDAD-6035-6B06-57ACCF150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D646A5-8AF8-52CB-4009-C8CCE70E7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313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C3FC4-5946-BD57-215D-BA404DF34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44E341-7BEA-2758-E913-14C7A3C0D2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28B1A32-EE76-291D-0724-9E4625C2A9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522000-210F-5E50-D26A-E79E37645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57D52D-076B-F826-3DCB-4FA32E2E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814027-79E1-BD2B-3B89-379A99EE7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975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FED7FD-8128-0786-B671-FFB1A629B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9D8DE5-980F-A7FD-EE32-F57646348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957E6BE-AE3F-C9CC-6F1E-0A39C95F3A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BC3E36-361D-93CE-82F8-FC450972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BCAD987-E800-FE7C-E260-482AC7ED3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4EC333-A819-AB56-C5AF-1B35C598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5615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D6099-894F-F2EC-CCB0-1852FACA1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205856-4497-4007-68D6-14204BDA7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785E45-0570-AE58-A98B-EB269A37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A4E3C8-13A8-E93D-0CBA-E7C04E049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5D83D3-43D6-6CF3-C1F8-6452F0066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6358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FD82079-AF0D-C5BF-7AAA-8AE3412F36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6AE02C-841F-A2BD-1C91-A8FC523D9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956E7-014D-3897-C70A-B4E8F3DD7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4B6D0A-F1A0-F220-3242-3516C8698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7A2AA5D-7E83-078E-6603-5914FC9D3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580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2F921FA-2DD8-D512-5A9D-F88E36AE0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4BD2AA-541C-3772-2F56-0BC76C55C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E96784-C8E5-A936-D2AA-5310E13CAD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C2697-4BB5-4983-8883-C9C19B5B6188}" type="datetimeFigureOut">
              <a:rPr lang="zh-CN" altLang="en-US" smtClean="0"/>
              <a:t>2026/7/16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99ADD6-4D48-DCC7-B840-666D0903D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C60FDC-A38E-5191-269B-4D17596DA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997C0A-7124-4B76-8D87-E455FE129577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8A13612-E8C4-42B8-12F7-88D0FDF6831A}"/>
              </a:ext>
            </a:extLst>
          </p:cNvPr>
          <p:cNvSpPr txBox="1"/>
          <p:nvPr userDrawn="1"/>
        </p:nvSpPr>
        <p:spPr>
          <a:xfrm>
            <a:off x="11311179" y="6488668"/>
            <a:ext cx="999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7997C0A-7124-4B76-8D87-E455FE129577}" type="slidenum">
              <a:rPr lang="zh-CN" altLang="en-US" b="1" smtClean="0">
                <a:solidFill>
                  <a:srgbClr val="007A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/>
              <a:t>‹#›</a:t>
            </a:fld>
            <a:r>
              <a:rPr lang="en-US" altLang="zh-CN" b="1">
                <a:solidFill>
                  <a:srgbClr val="007A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/29</a:t>
            </a:r>
            <a:endParaRPr lang="zh-CN" altLang="en-US" b="1">
              <a:solidFill>
                <a:srgbClr val="007A4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311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DE65-752F-9EEA-1F31-38BD9E54A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94">
            <a:extLst>
              <a:ext uri="{FF2B5EF4-FFF2-40B4-BE49-F238E27FC236}">
                <a16:creationId xmlns:a16="http://schemas.microsoft.com/office/drawing/2014/main" id="{6475EDA4-EDB4-05EB-FA7D-02E6040E0F8E}"/>
              </a:ext>
            </a:extLst>
          </p:cNvPr>
          <p:cNvSpPr txBox="1"/>
          <p:nvPr/>
        </p:nvSpPr>
        <p:spPr>
          <a:xfrm>
            <a:off x="5412824" y="1830925"/>
            <a:ext cx="2614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latin typeface="微软雅黑"/>
                <a:ea typeface="微软雅黑"/>
              </a:rPr>
              <a:t>研究背景及意义</a:t>
            </a:r>
            <a:endParaRPr lang="zh-CN" altLang="en-US" sz="2400" b="1" spc="300" dirty="0">
              <a:latin typeface="微软雅黑"/>
              <a:ea typeface="微软雅黑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379B1DA-0E16-9F35-0DBB-044C57D6F0D3}"/>
              </a:ext>
            </a:extLst>
          </p:cNvPr>
          <p:cNvSpPr/>
          <p:nvPr/>
        </p:nvSpPr>
        <p:spPr>
          <a:xfrm>
            <a:off x="4466226" y="1701757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729E8FD5-C873-0ECF-E4F8-D243EB7C5E6B}"/>
              </a:ext>
            </a:extLst>
          </p:cNvPr>
          <p:cNvSpPr txBox="1"/>
          <p:nvPr/>
        </p:nvSpPr>
        <p:spPr>
          <a:xfrm>
            <a:off x="5412824" y="4030809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已开展的工作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DB2E61EE-4F83-28D4-FFA8-B27310369F0D}"/>
              </a:ext>
            </a:extLst>
          </p:cNvPr>
          <p:cNvSpPr/>
          <p:nvPr/>
        </p:nvSpPr>
        <p:spPr>
          <a:xfrm>
            <a:off x="4466226" y="3901641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12821D58-C992-31EF-9745-3B3F3B495F3A}"/>
              </a:ext>
            </a:extLst>
          </p:cNvPr>
          <p:cNvSpPr txBox="1"/>
          <p:nvPr/>
        </p:nvSpPr>
        <p:spPr>
          <a:xfrm>
            <a:off x="5412824" y="293086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研究现状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855E823-8896-BE46-5D7D-85F6D19A9235}"/>
              </a:ext>
            </a:extLst>
          </p:cNvPr>
          <p:cNvSpPr/>
          <p:nvPr/>
        </p:nvSpPr>
        <p:spPr>
          <a:xfrm>
            <a:off x="4466226" y="2801699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4FD597F8-14A4-4995-CB1F-09DB36A40FDB}"/>
              </a:ext>
            </a:extLst>
          </p:cNvPr>
          <p:cNvGrpSpPr/>
          <p:nvPr/>
        </p:nvGrpSpPr>
        <p:grpSpPr>
          <a:xfrm>
            <a:off x="296343" y="139194"/>
            <a:ext cx="1620000" cy="1440000"/>
            <a:chOff x="886602" y="418195"/>
            <a:chExt cx="1620000" cy="1440000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740EE9A3-E70D-9EE7-5062-932FF28DC368}"/>
                </a:ext>
              </a:extLst>
            </p:cNvPr>
            <p:cNvSpPr/>
            <p:nvPr/>
          </p:nvSpPr>
          <p:spPr>
            <a:xfrm>
              <a:off x="886602" y="418195"/>
              <a:ext cx="720000" cy="720000"/>
            </a:xfrm>
            <a:prstGeom prst="rect">
              <a:avLst/>
            </a:prstGeom>
            <a:solidFill>
              <a:srgbClr val="007A49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848485CC-1E2C-F22C-EC39-DBD8496687F6}"/>
                </a:ext>
              </a:extLst>
            </p:cNvPr>
            <p:cNvGrpSpPr/>
            <p:nvPr/>
          </p:nvGrpSpPr>
          <p:grpSpPr>
            <a:xfrm>
              <a:off x="1066602" y="778195"/>
              <a:ext cx="1440000" cy="1080000"/>
              <a:chOff x="1066602" y="778195"/>
              <a:chExt cx="1440000" cy="10800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9BEB8D99-B9AA-5134-90CD-27C59B7544D2}"/>
                  </a:ext>
                </a:extLst>
              </p:cNvPr>
              <p:cNvSpPr/>
              <p:nvPr/>
            </p:nvSpPr>
            <p:spPr>
              <a:xfrm>
                <a:off x="1246602" y="778195"/>
                <a:ext cx="1080000" cy="1080000"/>
              </a:xfrm>
              <a:prstGeom prst="rect">
                <a:avLst/>
              </a:prstGeom>
              <a:solidFill>
                <a:srgbClr val="007A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F5F37887-6AC2-B1D1-55FE-9BE698A9B469}"/>
                  </a:ext>
                </a:extLst>
              </p:cNvPr>
              <p:cNvSpPr txBox="1"/>
              <p:nvPr/>
            </p:nvSpPr>
            <p:spPr>
              <a:xfrm>
                <a:off x="1066602" y="995030"/>
                <a:ext cx="1440000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目录</a:t>
                </a:r>
                <a:endPara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F0E8EFD-E390-CC46-693F-4FDE35F98982}"/>
              </a:ext>
            </a:extLst>
          </p:cNvPr>
          <p:cNvSpPr txBox="1"/>
          <p:nvPr/>
        </p:nvSpPr>
        <p:spPr>
          <a:xfrm>
            <a:off x="5412824" y="5130751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未来研究计划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F2B8DC-FC8B-9D31-16DB-FF4F7D02D53B}"/>
              </a:ext>
            </a:extLst>
          </p:cNvPr>
          <p:cNvSpPr/>
          <p:nvPr/>
        </p:nvSpPr>
        <p:spPr>
          <a:xfrm>
            <a:off x="4466226" y="5001583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15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B6F95-DFDC-DF44-74F2-8CB5D343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94">
            <a:extLst>
              <a:ext uri="{FF2B5EF4-FFF2-40B4-BE49-F238E27FC236}">
                <a16:creationId xmlns:a16="http://schemas.microsoft.com/office/drawing/2014/main" id="{7D37619A-329D-79D9-9D4F-9684F736AA50}"/>
              </a:ext>
            </a:extLst>
          </p:cNvPr>
          <p:cNvSpPr txBox="1"/>
          <p:nvPr/>
        </p:nvSpPr>
        <p:spPr>
          <a:xfrm>
            <a:off x="5412824" y="1830925"/>
            <a:ext cx="2614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研究背景及意义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9B5A46B-E076-4B34-BEF1-7353B8AD48C3}"/>
              </a:ext>
            </a:extLst>
          </p:cNvPr>
          <p:cNvSpPr/>
          <p:nvPr/>
        </p:nvSpPr>
        <p:spPr>
          <a:xfrm>
            <a:off x="4466226" y="1701757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FECD16B-7DE3-E6AA-A0A1-90A4097534CB}"/>
              </a:ext>
            </a:extLst>
          </p:cNvPr>
          <p:cNvSpPr txBox="1"/>
          <p:nvPr/>
        </p:nvSpPr>
        <p:spPr>
          <a:xfrm>
            <a:off x="5412824" y="4030809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已开展的工作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F30045D2-0DF7-157E-13CC-3B82F4300988}"/>
              </a:ext>
            </a:extLst>
          </p:cNvPr>
          <p:cNvSpPr/>
          <p:nvPr/>
        </p:nvSpPr>
        <p:spPr>
          <a:xfrm>
            <a:off x="4466226" y="3901641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1DFD7B24-D6B5-0CED-06E3-448C7554CF9F}"/>
              </a:ext>
            </a:extLst>
          </p:cNvPr>
          <p:cNvSpPr txBox="1"/>
          <p:nvPr/>
        </p:nvSpPr>
        <p:spPr>
          <a:xfrm>
            <a:off x="5412824" y="293086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latin typeface="微软雅黑"/>
                <a:ea typeface="微软雅黑"/>
              </a:rPr>
              <a:t>研究现状</a:t>
            </a:r>
            <a:endParaRPr lang="zh-CN" altLang="en-US" sz="2400" b="1" spc="300" dirty="0">
              <a:latin typeface="微软雅黑"/>
              <a:ea typeface="微软雅黑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55581D92-71FD-024E-77F0-D37A92E2329A}"/>
              </a:ext>
            </a:extLst>
          </p:cNvPr>
          <p:cNvSpPr/>
          <p:nvPr/>
        </p:nvSpPr>
        <p:spPr>
          <a:xfrm>
            <a:off x="4466226" y="2801699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202FD752-7EDA-7613-3CFD-2715DCCA8180}"/>
              </a:ext>
            </a:extLst>
          </p:cNvPr>
          <p:cNvGrpSpPr/>
          <p:nvPr/>
        </p:nvGrpSpPr>
        <p:grpSpPr>
          <a:xfrm>
            <a:off x="296343" y="139194"/>
            <a:ext cx="1620000" cy="1440000"/>
            <a:chOff x="886602" y="418195"/>
            <a:chExt cx="1620000" cy="1440000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D94F99B7-9E25-0966-961A-8DC18ED1B841}"/>
                </a:ext>
              </a:extLst>
            </p:cNvPr>
            <p:cNvSpPr/>
            <p:nvPr/>
          </p:nvSpPr>
          <p:spPr>
            <a:xfrm>
              <a:off x="886602" y="418195"/>
              <a:ext cx="720000" cy="720000"/>
            </a:xfrm>
            <a:prstGeom prst="rect">
              <a:avLst/>
            </a:prstGeom>
            <a:solidFill>
              <a:srgbClr val="007A49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FA6855A3-D65A-F256-A29F-5D1352F8D058}"/>
                </a:ext>
              </a:extLst>
            </p:cNvPr>
            <p:cNvGrpSpPr/>
            <p:nvPr/>
          </p:nvGrpSpPr>
          <p:grpSpPr>
            <a:xfrm>
              <a:off x="1066602" y="778195"/>
              <a:ext cx="1440000" cy="1080000"/>
              <a:chOff x="1066602" y="778195"/>
              <a:chExt cx="1440000" cy="10800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FA19F71D-2BBA-2322-EDBD-82D6F69B50FA}"/>
                  </a:ext>
                </a:extLst>
              </p:cNvPr>
              <p:cNvSpPr/>
              <p:nvPr/>
            </p:nvSpPr>
            <p:spPr>
              <a:xfrm>
                <a:off x="1246602" y="778195"/>
                <a:ext cx="1080000" cy="1080000"/>
              </a:xfrm>
              <a:prstGeom prst="rect">
                <a:avLst/>
              </a:prstGeom>
              <a:solidFill>
                <a:srgbClr val="007A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624E3D66-62AF-DA53-F288-DB6A91B3BC94}"/>
                  </a:ext>
                </a:extLst>
              </p:cNvPr>
              <p:cNvSpPr txBox="1"/>
              <p:nvPr/>
            </p:nvSpPr>
            <p:spPr>
              <a:xfrm>
                <a:off x="1066602" y="995030"/>
                <a:ext cx="1440000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目录</a:t>
                </a:r>
                <a:endPara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E7D156E-B51C-F5EA-8A33-D9936A59BB4F}"/>
              </a:ext>
            </a:extLst>
          </p:cNvPr>
          <p:cNvSpPr txBox="1"/>
          <p:nvPr/>
        </p:nvSpPr>
        <p:spPr>
          <a:xfrm>
            <a:off x="5412824" y="5130751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未来研究计划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258F2AE-3BC5-D30F-854F-9552CFFB5509}"/>
              </a:ext>
            </a:extLst>
          </p:cNvPr>
          <p:cNvSpPr/>
          <p:nvPr/>
        </p:nvSpPr>
        <p:spPr>
          <a:xfrm>
            <a:off x="4466226" y="5001583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5220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D952-5F7D-4663-77C7-F06D3767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94">
            <a:extLst>
              <a:ext uri="{FF2B5EF4-FFF2-40B4-BE49-F238E27FC236}">
                <a16:creationId xmlns:a16="http://schemas.microsoft.com/office/drawing/2014/main" id="{CC7A7E5E-E8A0-C62E-FC72-0470F086A66B}"/>
              </a:ext>
            </a:extLst>
          </p:cNvPr>
          <p:cNvSpPr txBox="1"/>
          <p:nvPr/>
        </p:nvSpPr>
        <p:spPr>
          <a:xfrm>
            <a:off x="5412824" y="1830925"/>
            <a:ext cx="2614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研究背景及意义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960A9BCD-31D6-E79A-4EDD-BF167050EDD9}"/>
              </a:ext>
            </a:extLst>
          </p:cNvPr>
          <p:cNvSpPr/>
          <p:nvPr/>
        </p:nvSpPr>
        <p:spPr>
          <a:xfrm>
            <a:off x="4466226" y="1701757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10CC7C1D-73C2-0FEC-FDE9-3816A0107EC5}"/>
              </a:ext>
            </a:extLst>
          </p:cNvPr>
          <p:cNvSpPr txBox="1"/>
          <p:nvPr/>
        </p:nvSpPr>
        <p:spPr>
          <a:xfrm>
            <a:off x="5412824" y="4030809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latin typeface="微软雅黑"/>
                <a:ea typeface="微软雅黑"/>
              </a:rPr>
              <a:t>已开展的工作</a:t>
            </a:r>
            <a:endParaRPr lang="zh-CN" altLang="en-US" sz="2400" b="1" spc="300" dirty="0">
              <a:latin typeface="微软雅黑"/>
              <a:ea typeface="微软雅黑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1B5AD03-5171-BF34-769B-5AEBEE32DDC8}"/>
              </a:ext>
            </a:extLst>
          </p:cNvPr>
          <p:cNvSpPr/>
          <p:nvPr/>
        </p:nvSpPr>
        <p:spPr>
          <a:xfrm>
            <a:off x="4466226" y="3901641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9F763D25-3BFD-E31D-84BA-8AB3C98C1730}"/>
              </a:ext>
            </a:extLst>
          </p:cNvPr>
          <p:cNvSpPr txBox="1"/>
          <p:nvPr/>
        </p:nvSpPr>
        <p:spPr>
          <a:xfrm>
            <a:off x="5412824" y="293086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研究现状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EF54397D-4285-F1AE-A9B4-559D72F10D21}"/>
              </a:ext>
            </a:extLst>
          </p:cNvPr>
          <p:cNvSpPr/>
          <p:nvPr/>
        </p:nvSpPr>
        <p:spPr>
          <a:xfrm>
            <a:off x="4466226" y="2801699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8966ECD7-122E-9044-9564-D3F30D0C2CEA}"/>
              </a:ext>
            </a:extLst>
          </p:cNvPr>
          <p:cNvGrpSpPr/>
          <p:nvPr/>
        </p:nvGrpSpPr>
        <p:grpSpPr>
          <a:xfrm>
            <a:off x="296343" y="139194"/>
            <a:ext cx="1620000" cy="1440000"/>
            <a:chOff x="886602" y="418195"/>
            <a:chExt cx="1620000" cy="1440000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1FECB8E-01E0-0F74-E837-D0EBB3571E44}"/>
                </a:ext>
              </a:extLst>
            </p:cNvPr>
            <p:cNvSpPr/>
            <p:nvPr/>
          </p:nvSpPr>
          <p:spPr>
            <a:xfrm>
              <a:off x="886602" y="418195"/>
              <a:ext cx="720000" cy="720000"/>
            </a:xfrm>
            <a:prstGeom prst="rect">
              <a:avLst/>
            </a:prstGeom>
            <a:solidFill>
              <a:srgbClr val="007A49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B7F3753C-6ED9-B571-722C-4665F9074D00}"/>
                </a:ext>
              </a:extLst>
            </p:cNvPr>
            <p:cNvGrpSpPr/>
            <p:nvPr/>
          </p:nvGrpSpPr>
          <p:grpSpPr>
            <a:xfrm>
              <a:off x="1066602" y="778195"/>
              <a:ext cx="1440000" cy="1080000"/>
              <a:chOff x="1066602" y="778195"/>
              <a:chExt cx="1440000" cy="10800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25957264-03DA-7DB9-5FD8-BEFF3437DC4F}"/>
                  </a:ext>
                </a:extLst>
              </p:cNvPr>
              <p:cNvSpPr/>
              <p:nvPr/>
            </p:nvSpPr>
            <p:spPr>
              <a:xfrm>
                <a:off x="1246602" y="778195"/>
                <a:ext cx="1080000" cy="1080000"/>
              </a:xfrm>
              <a:prstGeom prst="rect">
                <a:avLst/>
              </a:prstGeom>
              <a:solidFill>
                <a:srgbClr val="007A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3C95F8B5-5F8F-7397-9733-27E1655F30CB}"/>
                  </a:ext>
                </a:extLst>
              </p:cNvPr>
              <p:cNvSpPr txBox="1"/>
              <p:nvPr/>
            </p:nvSpPr>
            <p:spPr>
              <a:xfrm>
                <a:off x="1066602" y="995030"/>
                <a:ext cx="1440000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目录</a:t>
                </a:r>
                <a:endPara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4270CA7-9224-1216-FCCA-FEB1397C0723}"/>
              </a:ext>
            </a:extLst>
          </p:cNvPr>
          <p:cNvSpPr txBox="1"/>
          <p:nvPr/>
        </p:nvSpPr>
        <p:spPr>
          <a:xfrm>
            <a:off x="5412824" y="5130751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未来研究计划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AF520B4-9A53-F7EC-C096-0A22AAA134E3}"/>
              </a:ext>
            </a:extLst>
          </p:cNvPr>
          <p:cNvSpPr/>
          <p:nvPr/>
        </p:nvSpPr>
        <p:spPr>
          <a:xfrm>
            <a:off x="4466226" y="5001583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8202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F5C4D-767C-FE8A-6A1E-0BF718F8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文本框 94">
            <a:extLst>
              <a:ext uri="{FF2B5EF4-FFF2-40B4-BE49-F238E27FC236}">
                <a16:creationId xmlns:a16="http://schemas.microsoft.com/office/drawing/2014/main" id="{1E9B3285-B7F4-0073-7FB8-7BE209EFB0B9}"/>
              </a:ext>
            </a:extLst>
          </p:cNvPr>
          <p:cNvSpPr txBox="1"/>
          <p:nvPr/>
        </p:nvSpPr>
        <p:spPr>
          <a:xfrm>
            <a:off x="5412824" y="1830925"/>
            <a:ext cx="26146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研究背景及意义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C5DCC55F-1B53-109C-8124-E95DE05297D1}"/>
              </a:ext>
            </a:extLst>
          </p:cNvPr>
          <p:cNvSpPr/>
          <p:nvPr/>
        </p:nvSpPr>
        <p:spPr>
          <a:xfrm>
            <a:off x="4466226" y="1701757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67B44E8-AA48-73B9-FCD1-3A0981383C7E}"/>
              </a:ext>
            </a:extLst>
          </p:cNvPr>
          <p:cNvSpPr txBox="1"/>
          <p:nvPr/>
        </p:nvSpPr>
        <p:spPr>
          <a:xfrm>
            <a:off x="5412824" y="4030809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已开展的工作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82C9D3F4-67C8-D6EB-7215-B7FA9211A981}"/>
              </a:ext>
            </a:extLst>
          </p:cNvPr>
          <p:cNvSpPr/>
          <p:nvPr/>
        </p:nvSpPr>
        <p:spPr>
          <a:xfrm>
            <a:off x="4466226" y="3901641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7F632B21-6752-A3FD-9CA3-78519E0854F7}"/>
              </a:ext>
            </a:extLst>
          </p:cNvPr>
          <p:cNvSpPr txBox="1"/>
          <p:nvPr/>
        </p:nvSpPr>
        <p:spPr>
          <a:xfrm>
            <a:off x="5412824" y="2930867"/>
            <a:ext cx="1569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solidFill>
                  <a:schemeClr val="bg1">
                    <a:lumMod val="85000"/>
                  </a:schemeClr>
                </a:solidFill>
                <a:latin typeface="微软雅黑"/>
                <a:ea typeface="微软雅黑"/>
              </a:rPr>
              <a:t>研究现状</a:t>
            </a:r>
            <a:endParaRPr lang="zh-CN" altLang="en-US" sz="2400" b="1" spc="300" dirty="0">
              <a:solidFill>
                <a:schemeClr val="bg1">
                  <a:lumMod val="85000"/>
                </a:schemeClr>
              </a:solidFill>
              <a:latin typeface="微软雅黑"/>
              <a:ea typeface="微软雅黑"/>
            </a:endParaRP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DD7B3CF9-A0EB-0D53-1676-B5A0526E1D10}"/>
              </a:ext>
            </a:extLst>
          </p:cNvPr>
          <p:cNvSpPr/>
          <p:nvPr/>
        </p:nvSpPr>
        <p:spPr>
          <a:xfrm>
            <a:off x="4466226" y="2801699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A0ED188C-9D03-7FFF-8CBA-5582A7D40C0A}"/>
              </a:ext>
            </a:extLst>
          </p:cNvPr>
          <p:cNvGrpSpPr/>
          <p:nvPr/>
        </p:nvGrpSpPr>
        <p:grpSpPr>
          <a:xfrm>
            <a:off x="296343" y="139194"/>
            <a:ext cx="1620000" cy="1440000"/>
            <a:chOff x="886602" y="418195"/>
            <a:chExt cx="1620000" cy="1440000"/>
          </a:xfrm>
        </p:grpSpPr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454D6A04-4736-DEA8-7192-B39819010CF8}"/>
                </a:ext>
              </a:extLst>
            </p:cNvPr>
            <p:cNvSpPr/>
            <p:nvPr/>
          </p:nvSpPr>
          <p:spPr>
            <a:xfrm>
              <a:off x="886602" y="418195"/>
              <a:ext cx="720000" cy="720000"/>
            </a:xfrm>
            <a:prstGeom prst="rect">
              <a:avLst/>
            </a:prstGeom>
            <a:solidFill>
              <a:srgbClr val="007A49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05" name="组合 104">
              <a:extLst>
                <a:ext uri="{FF2B5EF4-FFF2-40B4-BE49-F238E27FC236}">
                  <a16:creationId xmlns:a16="http://schemas.microsoft.com/office/drawing/2014/main" id="{298F4DC8-EF5E-6A20-249F-F1159ADE897D}"/>
                </a:ext>
              </a:extLst>
            </p:cNvPr>
            <p:cNvGrpSpPr/>
            <p:nvPr/>
          </p:nvGrpSpPr>
          <p:grpSpPr>
            <a:xfrm>
              <a:off x="1066602" y="778195"/>
              <a:ext cx="1440000" cy="1080000"/>
              <a:chOff x="1066602" y="778195"/>
              <a:chExt cx="1440000" cy="10800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BAD05AF1-1EC8-66B4-E6B5-C6716E921491}"/>
                  </a:ext>
                </a:extLst>
              </p:cNvPr>
              <p:cNvSpPr/>
              <p:nvPr/>
            </p:nvSpPr>
            <p:spPr>
              <a:xfrm>
                <a:off x="1246602" y="778195"/>
                <a:ext cx="1080000" cy="1080000"/>
              </a:xfrm>
              <a:prstGeom prst="rect">
                <a:avLst/>
              </a:prstGeom>
              <a:solidFill>
                <a:srgbClr val="007A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endParaRPr>
              </a:p>
            </p:txBody>
          </p:sp>
          <p:sp>
            <p:nvSpPr>
              <p:cNvPr id="107" name="文本框 106">
                <a:extLst>
                  <a:ext uri="{FF2B5EF4-FFF2-40B4-BE49-F238E27FC236}">
                    <a16:creationId xmlns:a16="http://schemas.microsoft.com/office/drawing/2014/main" id="{B9950969-0C1F-1DBD-F1C4-6D3017F44D7C}"/>
                  </a:ext>
                </a:extLst>
              </p:cNvPr>
              <p:cNvSpPr txBox="1"/>
              <p:nvPr/>
            </p:nvSpPr>
            <p:spPr>
              <a:xfrm>
                <a:off x="1066602" y="995030"/>
                <a:ext cx="1440000" cy="646331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zh-CN" altLang="en-US" sz="3600" b="1" dirty="0">
                    <a:solidFill>
                      <a:schemeClr val="bg1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目录</a:t>
                </a:r>
                <a:endParaRPr lang="zh-CN" altLang="en-US" sz="36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8C9D13E8-111F-53DD-EE36-568E33F78FB7}"/>
              </a:ext>
            </a:extLst>
          </p:cNvPr>
          <p:cNvSpPr txBox="1"/>
          <p:nvPr/>
        </p:nvSpPr>
        <p:spPr>
          <a:xfrm>
            <a:off x="5412824" y="5130751"/>
            <a:ext cx="226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zh-CN" altLang="en-US" sz="2400" b="1" spc="300">
                <a:latin typeface="微软雅黑"/>
                <a:ea typeface="微软雅黑"/>
              </a:rPr>
              <a:t>未来研究计划</a:t>
            </a:r>
            <a:endParaRPr lang="zh-CN" altLang="en-US" sz="2400" b="1" spc="300" dirty="0">
              <a:latin typeface="微软雅黑"/>
              <a:ea typeface="微软雅黑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CF5EF0-99DF-1129-62C0-1CE63758190B}"/>
              </a:ext>
            </a:extLst>
          </p:cNvPr>
          <p:cNvSpPr/>
          <p:nvPr/>
        </p:nvSpPr>
        <p:spPr>
          <a:xfrm>
            <a:off x="4466226" y="5001583"/>
            <a:ext cx="720000" cy="720000"/>
          </a:xfrm>
          <a:prstGeom prst="rect">
            <a:avLst/>
          </a:prstGeom>
          <a:solidFill>
            <a:srgbClr val="007A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618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4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0B666E-53B1-4463-9C88-878C9C8298A5}">
  <we:reference id="wa200010725" version="1.0.0.1" store="zh-CN" storeType="OMEX"/>
  <we:alternateReferences>
    <we:reference id="WA200010725" version="1.0.0.1" store="" storeType="OMEX"/>
  </we:alternateReferences>
  <we:properties>
    <we:property name="claude.fileId" value="&quot;fedca1cd-420a-4b98-9284-94735710369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1408</TotalTime>
  <Words>72</Words>
  <Application>Microsoft Office PowerPoint</Application>
  <PresentationFormat>宽屏</PresentationFormat>
  <Paragraphs>36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778</cp:revision>
  <dcterms:created xsi:type="dcterms:W3CDTF">2026-01-20T00:42:58Z</dcterms:created>
  <dcterms:modified xsi:type="dcterms:W3CDTF">2026-07-16T04:15:58Z</dcterms:modified>
</cp:coreProperties>
</file>